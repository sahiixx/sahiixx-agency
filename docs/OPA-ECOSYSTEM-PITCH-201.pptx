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One Person Agency — 201 modules, unified orchestration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200+ repos, fragmented AI tools, no central orchestration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Registry → Router → Dispatcher → Real adapters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registry → router → runner → bus → memory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FastAPI, React 19, D3, Typer, MCP, SQLite, Pydantic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solo builders, AI agencies, indie hackers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open-core + managed cloud tiers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201 registered, 70 tests passing, 6 real adapters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fork: 130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uncategorized: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agent_framework: 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infrastructure: 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cookbook: 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os_platform: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real_estate: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security: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mcp_tool: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983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voice_ai: 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Featured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santifer/career-ops — ⭐ 58,686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AgriciDaniel/claude-obsidian — ⭐ 8,800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nexu-io/html-anything — ⭐ 7,556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interviewstreet/hiring-agent — ⭐ 4,837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letta-ai/letta-code — ⭐ 2,808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Next 6 months: more adapters, hosted cloud, multi-agent swarms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AI CLI explosion — orchestration is the missing layer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Contributors, users, and funding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Special angle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Built by a real 170-repo portfolio operator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github.com/sahiixx/sahiixx-agency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2026-07-06T10:31:09Z</dcterms:created>
  <dcterms:modified xsi:type="dcterms:W3CDTF">2026-07-06T10:31:09Z</dcterms:modified>
</cp:coreProperties>
</file>